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2" r:id="rId8"/>
    <p:sldId id="269" r:id="rId9"/>
    <p:sldId id="272" r:id="rId10"/>
    <p:sldId id="270" r:id="rId11"/>
    <p:sldId id="271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3CFA-D485-BC1C-A00F-BDBFBD692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871F8-595E-015B-971D-F42DBEA29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DA2A1-FC4A-FE78-8FBA-0FAFB9E2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A173E-77D3-C235-D031-2FD76CD9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9EF22-3FC5-39CF-C2FA-8C7E1F3F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04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2DD2-6E2C-7193-D6DB-683DC48E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C8963-D6B2-A08D-B850-2A548D23A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65871-7EB0-ED19-422F-F2A7E5FC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D78DD-FE31-6BC1-3873-DB520411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D7C9-196A-C1C5-D54F-EAC3515C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86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EEA2-366A-E234-088F-F51663D3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541AA-6489-D2D8-6467-71D335B36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E1FC-79AC-E625-FDC2-031D72E3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EC5C-1EE9-3677-0847-7C059FA7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0F68D-F022-F3AF-AF45-2526627C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6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E10-6E78-E026-717A-4E4D5882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90A68-B871-1A2C-1AED-9B562C890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3C77C-B292-A08D-1D32-6F71D73F9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0BD78-D64B-B90F-D4BE-9C448EC0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833D5-8DB0-CE1A-E238-27D202F8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5A05-313C-7E88-E83C-3271E32E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01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0B97-00DC-5FD0-5E85-6E2CDA1E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BEE51-3422-CCD2-17BD-215BF1283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D7F48-D788-F562-6787-6878BD840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61B6B-552D-C738-1A72-B3EFE3D9B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C015B-C9CE-903D-AFEA-1A90CB675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CAB72-84AF-469B-3D78-3E0CBC86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729DA-83A4-06DE-4509-53F178F5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E6F0FE-B876-8144-0831-0E0C57FC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13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0F8F-2D31-01E2-1C68-D23D16FE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BBDD5-FC1D-CB89-0BDE-768410D4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2006F-5AAC-377E-2018-001C4D60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85880-D522-B213-297F-185759FF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7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43162-1AAE-450D-50A9-286AE4B5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27770-F744-2E9D-C0B1-F99A25BE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0AA5B-7D5C-7D56-2C60-6C0AA1CE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13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B68B-E53F-11D9-3941-7B1870FE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F3542-E534-907F-9D07-464C42B0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9A658-6345-7CB3-AF62-E3B8706A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5E8F5-E09F-FB8E-29D3-722E8E0E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76D43-5149-9BBB-3870-C2AF93A56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5F95-D554-3C29-7BA6-916B124C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6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4527-EA80-B4B9-4CB8-726B5E79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7D04E-A90E-7F80-FA91-AAC13863A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DD365-E1BE-9914-CE6A-4BBAB8F9D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74499-082F-A0F0-C0DF-F061570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854BA-ACD4-9248-4300-BE7CE71A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B5CF9-1AEB-2A5C-F732-922FF306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99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5D18-7BAF-056B-4A85-E2E0FC9E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7D9F8-0B8B-638F-BD88-5B39B035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1B9E-BC93-D67C-CF8F-DCB32933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4105-D8AD-9B04-C8C0-99199AAF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E51C5-E07F-0841-99F7-410EA28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33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2D5B1-4700-9D94-F44D-DAE732323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4D003-E1B2-729A-EF67-FF4C376BB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114A1-F8A0-7A78-EC5C-05C3663B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2A0F-C8A4-EA12-1FDB-C7AA19EF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535FA-75DC-A862-EA14-675B5D8C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86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09C82-5450-2A84-7D51-8C3D61B1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F863E-C630-5ECE-321B-533CF9C24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FD690-0E07-A005-E79B-7BEBDB91F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F4648-C13B-4DE5-8B42-0D5449B10F1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4B5E2-F1B9-27DB-09E3-5BC3CE06A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A2E7D-965B-EE43-7FBE-6FECB16B9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F8FFC-C0F6-44F6-8ABD-0E519689C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4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kdocs.com/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ci.gov.in/" TargetMode="External"/><Relationship Id="rId4" Type="http://schemas.openxmlformats.org/officeDocument/2006/relationships/hyperlink" Target="https://ai.google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019B-5FA9-741E-1504-50DA8D1A5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D8374-857C-3FF8-D7EB-34CE15EE8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97394"/>
            <a:ext cx="12192000" cy="4360606"/>
          </a:xfrm>
        </p:spPr>
        <p:txBody>
          <a:bodyPr>
            <a:normAutofit fontScale="62500" lnSpcReduction="20000"/>
          </a:bodyPr>
          <a:lstStyle/>
          <a:p>
            <a:r>
              <a:rPr lang="en-US" sz="5800" b="1" dirty="0"/>
              <a:t>Title: </a:t>
            </a:r>
            <a:r>
              <a:rPr lang="en-US" sz="5800" b="1" i="1" dirty="0"/>
              <a:t>Vote-Xpress: An Interactive Online Voting System</a:t>
            </a:r>
            <a:br>
              <a:rPr lang="en-US" sz="4600" dirty="0"/>
            </a:br>
            <a:endParaRPr lang="en-US" sz="4600" dirty="0"/>
          </a:p>
          <a:p>
            <a:r>
              <a:rPr lang="en-US" sz="5100" b="1" dirty="0"/>
              <a:t>Course: Advanced Data Structure (CSE343)</a:t>
            </a:r>
            <a:br>
              <a:rPr lang="en-US" sz="5100" b="1" dirty="0"/>
            </a:br>
            <a:r>
              <a:rPr lang="en-US" sz="5100" b="1" dirty="0"/>
              <a:t>Submitted By: Aditya Raj (12305995) </a:t>
            </a:r>
            <a:br>
              <a:rPr lang="en-US" sz="5100" b="1" dirty="0"/>
            </a:br>
            <a:r>
              <a:rPr lang="en-US" sz="5100" b="1" dirty="0"/>
              <a:t>Guided By: Dr. </a:t>
            </a:r>
            <a:r>
              <a:rPr lang="en-US" sz="5100" b="1" dirty="0" err="1"/>
              <a:t>Sarneet</a:t>
            </a:r>
            <a:r>
              <a:rPr lang="en-US" sz="5100" b="1" dirty="0"/>
              <a:t> Kaur</a:t>
            </a:r>
            <a:br>
              <a:rPr lang="en-US" sz="5100" b="1" dirty="0"/>
            </a:br>
            <a:r>
              <a:rPr lang="en-US" sz="5100" b="1" dirty="0"/>
              <a:t>Term: June–July 2025</a:t>
            </a:r>
          </a:p>
          <a:p>
            <a:endParaRPr lang="en-US" sz="4400" b="1" dirty="0"/>
          </a:p>
          <a:p>
            <a:pPr algn="just"/>
            <a:r>
              <a:rPr lang="en-US" sz="4400" b="1" dirty="0"/>
              <a:t>Description:</a:t>
            </a:r>
            <a:br>
              <a:rPr lang="en-US" sz="4400" dirty="0"/>
            </a:br>
            <a:r>
              <a:rPr lang="en-US" sz="4400" dirty="0"/>
              <a:t>Vote-Xpress is a Python-based desktop application that enables secure, paper-free, and interactive digital voting with real-time results and built-in civic learning tools.</a:t>
            </a:r>
          </a:p>
          <a:p>
            <a:pPr algn="just"/>
            <a:endParaRPr lang="en-IN" sz="4400" b="1" dirty="0"/>
          </a:p>
        </p:txBody>
      </p:sp>
      <p:pic>
        <p:nvPicPr>
          <p:cNvPr id="6" name="Picture 5" descr="A logo for a university">
            <a:extLst>
              <a:ext uri="{FF2B5EF4-FFF2-40B4-BE49-F238E27FC236}">
                <a16:creationId xmlns:a16="http://schemas.microsoft.com/office/drawing/2014/main" id="{18A75386-F41F-4C6B-BF4D-51F5589ED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1" y="0"/>
            <a:ext cx="7472517" cy="238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E5E9-9960-463C-B04C-FD7DCD12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certificate of merit with text and images">
            <a:extLst>
              <a:ext uri="{FF2B5EF4-FFF2-40B4-BE49-F238E27FC236}">
                <a16:creationId xmlns:a16="http://schemas.microsoft.com/office/drawing/2014/main" id="{9DA55EA2-135B-A31C-42E3-10EDC0AC0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</p:spPr>
      </p:pic>
    </p:spTree>
    <p:extLst>
      <p:ext uri="{BB962C8B-B14F-4D97-AF65-F5344CB8AC3E}">
        <p14:creationId xmlns:p14="http://schemas.microsoft.com/office/powerpoint/2010/main" val="346133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6622-AE36-D318-2098-6EC33EAB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1976-B6F7-9403-FF1B-8D50BBE35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Vote-Xpress</a:t>
            </a:r>
            <a:r>
              <a:rPr lang="en-US" dirty="0"/>
              <a:t> is a small digital voting system that we developed during our summer training.</a:t>
            </a:r>
            <a:br>
              <a:rPr lang="en-US" dirty="0"/>
            </a:br>
            <a:r>
              <a:rPr lang="en-US" dirty="0"/>
              <a:t>The main idea of this project is to replace paper-based voting with a </a:t>
            </a:r>
            <a:r>
              <a:rPr lang="en-US" b="1" dirty="0"/>
              <a:t>smart, secure, and easy-to-use computer program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allows users to register, cast their votes, and instantly see the results without manual counting.</a:t>
            </a:r>
            <a:br>
              <a:rPr lang="en-US" dirty="0"/>
            </a:br>
            <a:r>
              <a:rPr lang="en-US" dirty="0"/>
              <a:t>Our system also adds an </a:t>
            </a:r>
            <a:r>
              <a:rPr lang="en-US" b="1" dirty="0"/>
              <a:t>AI chatbot</a:t>
            </a:r>
            <a:r>
              <a:rPr lang="en-US" dirty="0"/>
              <a:t>, civic quiz, and motivational slogans to make the process more interactive and educational.</a:t>
            </a:r>
            <a:br>
              <a:rPr lang="en-US" dirty="0"/>
            </a:br>
            <a:r>
              <a:rPr lang="en-US" dirty="0"/>
              <a:t>This project shows how technology can make elections faster, fairer, and more transparent.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50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5EBE-3C86-A4DD-EED6-216C49C9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B9ED-31B3-4861-6774-35014369B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our daily life, we often see voting done on paper or by using EVM machines.</a:t>
            </a:r>
            <a:br>
              <a:rPr lang="en-US" dirty="0"/>
            </a:br>
            <a:r>
              <a:rPr lang="en-US" dirty="0"/>
              <a:t>These methods take time, need more manpower, and may have counting mistakes.</a:t>
            </a:r>
            <a:br>
              <a:rPr lang="en-US" dirty="0"/>
            </a:br>
            <a:r>
              <a:rPr lang="en-US" dirty="0"/>
              <a:t>Sometimes people also lose interest because the process looks boring and slow.</a:t>
            </a:r>
            <a:br>
              <a:rPr lang="en-US" dirty="0"/>
            </a:br>
            <a:r>
              <a:rPr lang="en-US" dirty="0"/>
              <a:t>We wanted to design a system that can make voting </a:t>
            </a:r>
            <a:r>
              <a:rPr lang="en-US" b="1" dirty="0"/>
              <a:t>quick, simple, and interesting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That is why we created </a:t>
            </a:r>
            <a:r>
              <a:rPr lang="en-US" i="1" dirty="0"/>
              <a:t>Vote-Xpress</a:t>
            </a:r>
            <a:r>
              <a:rPr lang="en-US" dirty="0"/>
              <a:t> – a platform where voting happens through a few mouse clicks, results come live on screen, and users also learn civic facts during the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72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9D0D-E0CC-E482-D9C1-D839E174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60DD-25CE-5567-BDAA-DBD024D33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main objectives of </a:t>
            </a:r>
            <a:r>
              <a:rPr lang="en-US" i="1" dirty="0"/>
              <a:t>Vote-Xpress</a:t>
            </a:r>
            <a:r>
              <a:rPr lang="en-US" dirty="0"/>
              <a:t> are:</a:t>
            </a:r>
          </a:p>
          <a:p>
            <a:r>
              <a:rPr lang="en-US" dirty="0"/>
              <a:t>To create a </a:t>
            </a:r>
            <a:r>
              <a:rPr lang="en-US" b="1" dirty="0"/>
              <a:t>secure electronic voting system</a:t>
            </a:r>
            <a:r>
              <a:rPr lang="en-US" dirty="0"/>
              <a:t> that prevents duplicate votes.</a:t>
            </a:r>
          </a:p>
          <a:p>
            <a:r>
              <a:rPr lang="en-US" dirty="0"/>
              <a:t>To build a </a:t>
            </a:r>
            <a:r>
              <a:rPr lang="en-US" b="1" dirty="0"/>
              <a:t>friendly interface</a:t>
            </a:r>
            <a:r>
              <a:rPr lang="en-US" dirty="0"/>
              <a:t> that anyone can use easily.</a:t>
            </a:r>
          </a:p>
          <a:p>
            <a:r>
              <a:rPr lang="en-US" dirty="0"/>
              <a:t>To show </a:t>
            </a:r>
            <a:r>
              <a:rPr lang="en-US" b="1" dirty="0"/>
              <a:t>live result graphs</a:t>
            </a:r>
            <a:r>
              <a:rPr lang="en-US" dirty="0"/>
              <a:t> for quick and clear outcomes.</a:t>
            </a:r>
          </a:p>
          <a:p>
            <a:r>
              <a:rPr lang="en-US" dirty="0"/>
              <a:t>To add a </a:t>
            </a:r>
            <a:r>
              <a:rPr lang="en-US" b="1" dirty="0"/>
              <a:t>chatbot</a:t>
            </a:r>
            <a:r>
              <a:rPr lang="en-US" dirty="0"/>
              <a:t> for helping users and answering common questions.</a:t>
            </a:r>
          </a:p>
          <a:p>
            <a:r>
              <a:rPr lang="en-US" dirty="0"/>
              <a:t>To include a </a:t>
            </a:r>
            <a:r>
              <a:rPr lang="en-US" b="1" dirty="0"/>
              <a:t>quiz and feedback form</a:t>
            </a:r>
            <a:r>
              <a:rPr lang="en-US" dirty="0"/>
              <a:t> to make the app educational.</a:t>
            </a:r>
          </a:p>
          <a:p>
            <a:r>
              <a:rPr lang="en-US" dirty="0"/>
              <a:t>To provide a </a:t>
            </a:r>
            <a:r>
              <a:rPr lang="en-US" b="1" dirty="0"/>
              <a:t>password-protected admin panel</a:t>
            </a:r>
            <a:r>
              <a:rPr lang="en-US" dirty="0"/>
              <a:t> for result declaration.</a:t>
            </a:r>
          </a:p>
          <a:p>
            <a:r>
              <a:rPr lang="en-US" dirty="0"/>
              <a:t>These goals helped us stay focused on making the system both useful and interactive.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11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B60C-0BEB-ED4C-B94A-1B4B20E1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D18E8-06D5-D1F8-E623-880F2B44C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built our project completely using </a:t>
            </a:r>
            <a:r>
              <a:rPr lang="en-US" b="1" dirty="0"/>
              <a:t>Python 3.12</a:t>
            </a:r>
            <a:r>
              <a:rPr lang="en-US" dirty="0"/>
              <a:t> because it is simple and powerful.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 err="1"/>
              <a:t>Tkinter</a:t>
            </a:r>
            <a:r>
              <a:rPr lang="en-US" dirty="0"/>
              <a:t> library was used for designing the graphical interface of windows, buttons, and forms.</a:t>
            </a:r>
            <a:br>
              <a:rPr lang="en-US" dirty="0"/>
            </a:br>
            <a:r>
              <a:rPr lang="en-US" dirty="0"/>
              <a:t>We also used the following libraries:</a:t>
            </a:r>
          </a:p>
          <a:p>
            <a:r>
              <a:rPr lang="en-US" dirty="0"/>
              <a:t>threading – to handle tasks like chatbot responses without freezing the screen.</a:t>
            </a:r>
          </a:p>
          <a:p>
            <a:r>
              <a:rPr lang="en-US" dirty="0" err="1"/>
              <a:t>json</a:t>
            </a:r>
            <a:r>
              <a:rPr lang="en-US" dirty="0"/>
              <a:t> – for temporary data storage.</a:t>
            </a:r>
          </a:p>
          <a:p>
            <a:r>
              <a:rPr lang="en-US" dirty="0"/>
              <a:t>datetime and math – for timers and calculations.</a:t>
            </a:r>
          </a:p>
          <a:p>
            <a:r>
              <a:rPr lang="en-US" dirty="0"/>
              <a:t>requests – to connect our app with the </a:t>
            </a:r>
            <a:r>
              <a:rPr lang="en-US" b="1" dirty="0"/>
              <a:t>Google Gemini API</a:t>
            </a:r>
            <a:r>
              <a:rPr lang="en-US" dirty="0"/>
              <a:t> chatbot.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37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4B7D-CC26-FCCF-33D4-62763078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Functional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069D-7E01-B6C2-53E4-3A7FC8580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b="1" dirty="0"/>
              <a:t>Splash Screen:</a:t>
            </a:r>
            <a:r>
              <a:rPr lang="en-US" dirty="0"/>
              <a:t> Displays the Digital India logo and animated welcome message before launching the main app.</a:t>
            </a:r>
          </a:p>
          <a:p>
            <a:pPr algn="just"/>
            <a:r>
              <a:rPr lang="en-US" b="1" dirty="0"/>
              <a:t>Registration Module:</a:t>
            </a:r>
            <a:r>
              <a:rPr lang="en-US" dirty="0"/>
              <a:t> Allows new users to register with their name and voter ID; the system validates the entry.</a:t>
            </a:r>
          </a:p>
          <a:p>
            <a:pPr algn="just"/>
            <a:r>
              <a:rPr lang="en-US" b="1" dirty="0"/>
              <a:t>Voting Module:</a:t>
            </a:r>
            <a:r>
              <a:rPr lang="en-US" dirty="0"/>
              <a:t> Presents a list of candidates and lets each user vote only once. Duplicate attempts are automatically blocked.</a:t>
            </a:r>
          </a:p>
          <a:p>
            <a:pPr algn="just"/>
            <a:r>
              <a:rPr lang="en-US" b="1" dirty="0"/>
              <a:t>Result Module:</a:t>
            </a:r>
            <a:r>
              <a:rPr lang="en-US" dirty="0"/>
              <a:t> Continuously displays live results with graphical bars showing vote counts per candidate.</a:t>
            </a:r>
          </a:p>
          <a:p>
            <a:pPr algn="just"/>
            <a:r>
              <a:rPr lang="en-US" b="1" dirty="0"/>
              <a:t>Admin Panel:</a:t>
            </a:r>
            <a:r>
              <a:rPr lang="en-US" dirty="0"/>
              <a:t> Accessible only through a password; allows authorized users to declare official results.</a:t>
            </a:r>
          </a:p>
          <a:p>
            <a:pPr algn="just"/>
            <a:r>
              <a:rPr lang="en-US" b="1" dirty="0"/>
              <a:t>Quiz Module:</a:t>
            </a:r>
            <a:r>
              <a:rPr lang="en-US" dirty="0"/>
              <a:t> Contains multiple-choice civic questions that test users’ awareness of democracy and elections.</a:t>
            </a:r>
          </a:p>
          <a:p>
            <a:pPr algn="just"/>
            <a:r>
              <a:rPr lang="en-US" b="1" dirty="0"/>
              <a:t>Chatbot Module:</a:t>
            </a:r>
            <a:r>
              <a:rPr lang="en-US" dirty="0"/>
              <a:t> Integrated with Gemini API; provides instant answers and guidance in natural language.</a:t>
            </a:r>
          </a:p>
          <a:p>
            <a:pPr algn="just"/>
            <a:r>
              <a:rPr lang="en-US" b="1" dirty="0"/>
              <a:t>Feedback Module:</a:t>
            </a:r>
            <a:r>
              <a:rPr lang="en-US" dirty="0"/>
              <a:t> Collects ratings and comments from users to help improve future releases.</a:t>
            </a:r>
          </a:p>
          <a:p>
            <a:pPr algn="just"/>
            <a:r>
              <a:rPr lang="en-US" dirty="0"/>
              <a:t>Together, these modules make the system complete and interactive, combining both functionality and learning.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27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13B9-9F3B-5178-D77A-F5B3550E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and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F95B6-88B9-C836-B31A-2D27FE8FD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kept the design </a:t>
            </a:r>
            <a:r>
              <a:rPr lang="en-US" b="1" dirty="0"/>
              <a:t>simple and colorful</a:t>
            </a:r>
            <a:r>
              <a:rPr lang="en-US" dirty="0"/>
              <a:t> so anyone can use it without confusion.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main dashboard gives buttons for each feature such as registration, vote, quiz, chatbot, and feedback.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color theme follows the </a:t>
            </a:r>
            <a:r>
              <a:rPr lang="en-US" b="1" dirty="0"/>
              <a:t>Indian flag colors</a:t>
            </a:r>
            <a:r>
              <a:rPr lang="en-US" dirty="0"/>
              <a:t> – saffron, white, green, and blue – to match the Digital India spirit.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Every screen has clear labels, confirmation messages, and friendly instructions.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Animations and timers make the app look lively and modern without being complicated.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97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E7D4-9171-44CD-D71E-C58B1D9A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7249E-80C5-730F-5995-600F653C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Through this training project we learned many practical skills beyond classroom theory.</a:t>
            </a:r>
          </a:p>
          <a:p>
            <a:r>
              <a:rPr lang="en-US" dirty="0"/>
              <a:t>We understood how to design a real Python application from start to finish.</a:t>
            </a:r>
          </a:p>
          <a:p>
            <a:r>
              <a:rPr lang="en-US" dirty="0"/>
              <a:t>We learned about </a:t>
            </a:r>
            <a:r>
              <a:rPr lang="en-US" b="1" dirty="0"/>
              <a:t>GUI creation, API use, threading, and testing</a:t>
            </a:r>
            <a:r>
              <a:rPr lang="en-US" dirty="0"/>
              <a:t>.</a:t>
            </a:r>
          </a:p>
          <a:p>
            <a:r>
              <a:rPr lang="en-US" dirty="0"/>
              <a:t>We experienced the importance of </a:t>
            </a:r>
            <a:r>
              <a:rPr lang="en-US" b="1" dirty="0"/>
              <a:t>clean code and user-friendly design</a:t>
            </a:r>
            <a:r>
              <a:rPr lang="en-US" dirty="0"/>
              <a:t>.</a:t>
            </a:r>
          </a:p>
          <a:p>
            <a:r>
              <a:rPr lang="en-US" dirty="0"/>
              <a:t>Teamwork taught us planning, communication, and sharing responsibility.</a:t>
            </a:r>
          </a:p>
          <a:p>
            <a:r>
              <a:rPr lang="en-US" dirty="0"/>
              <a:t>Finally, we gained confidence to present and demonstrate our own software.</a:t>
            </a:r>
          </a:p>
          <a:p>
            <a:r>
              <a:rPr lang="en-US" dirty="0"/>
              <a:t>This project was a complete learning experience in software development.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67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A5FD-E572-F7D7-5AE5-3A1E9488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76D6F-935A-B6B6-6470-C480E35E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i="1" dirty="0"/>
              <a:t>Vote-Xpress</a:t>
            </a:r>
            <a:r>
              <a:rPr lang="en-US" dirty="0"/>
              <a:t> fulfills its purpose as a safe, interactive, and educational voting platform.</a:t>
            </a:r>
            <a:br>
              <a:rPr lang="en-US" dirty="0"/>
            </a:br>
            <a:r>
              <a:rPr lang="en-US" dirty="0"/>
              <a:t>It makes voting transparent, fast, and interesting and supports the goal of </a:t>
            </a:r>
            <a:r>
              <a:rPr lang="en-US" b="1" dirty="0"/>
              <a:t>Digital India – Smart and Transparent Democracy.</a:t>
            </a:r>
            <a:endParaRPr lang="en-US" dirty="0"/>
          </a:p>
          <a:p>
            <a:r>
              <a:rPr lang="en-US" b="1" dirty="0"/>
              <a:t>Acknowledgment:</a:t>
            </a:r>
            <a:br>
              <a:rPr lang="en-US" dirty="0"/>
            </a:br>
            <a:r>
              <a:rPr lang="en-US" dirty="0"/>
              <a:t>We thank Dr. </a:t>
            </a:r>
            <a:r>
              <a:rPr lang="en-US" dirty="0" err="1"/>
              <a:t>Sarneet</a:t>
            </a:r>
            <a:r>
              <a:rPr lang="en-US" dirty="0"/>
              <a:t> Kaur for her guidance and constant support.</a:t>
            </a:r>
            <a:br>
              <a:rPr lang="en-US" dirty="0"/>
            </a:br>
            <a:r>
              <a:rPr lang="en-US" dirty="0"/>
              <a:t>We also thank our faculty, friends, and family for encouragement throughout the training.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51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41C9-FE47-EB4E-CF09-090C9020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324B-5C76-EB64-E4FA-E62E2B4F8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Python Documentation – </a:t>
            </a:r>
            <a:r>
              <a:rPr lang="en-IN" dirty="0">
                <a:hlinkClick r:id="rId2"/>
              </a:rPr>
              <a:t>https://docs.python.org/</a:t>
            </a:r>
            <a:endParaRPr lang="en-IN" dirty="0"/>
          </a:p>
          <a:p>
            <a:pPr algn="just"/>
            <a:r>
              <a:rPr lang="en-IN" dirty="0" err="1"/>
              <a:t>TkDocs</a:t>
            </a:r>
            <a:r>
              <a:rPr lang="en-IN" dirty="0"/>
              <a:t> – </a:t>
            </a:r>
            <a:r>
              <a:rPr lang="en-IN" dirty="0">
                <a:hlinkClick r:id="rId3"/>
              </a:rPr>
              <a:t>https://tkdocs.com/</a:t>
            </a:r>
            <a:endParaRPr lang="en-IN" dirty="0"/>
          </a:p>
          <a:p>
            <a:pPr algn="just"/>
            <a:r>
              <a:rPr lang="en-IN" dirty="0"/>
              <a:t>Google Gemini API – </a:t>
            </a:r>
            <a:r>
              <a:rPr lang="en-IN" dirty="0">
                <a:hlinkClick r:id="rId4"/>
              </a:rPr>
              <a:t>https://ai.google/</a:t>
            </a:r>
            <a:endParaRPr lang="en-IN" dirty="0"/>
          </a:p>
          <a:p>
            <a:pPr algn="just"/>
            <a:r>
              <a:rPr lang="en-IN" dirty="0"/>
              <a:t>Election Commission of India – </a:t>
            </a:r>
            <a:r>
              <a:rPr lang="en-IN" dirty="0">
                <a:hlinkClick r:id="rId5"/>
              </a:rPr>
              <a:t>https://eci.gov.in/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64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D53F-1C98-702A-2D79-BBC02842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323-72DF-0F62-6EDF-F56B721D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                  </a:t>
            </a:r>
            <a:r>
              <a:rPr lang="en-IN" sz="6000" b="1" u="sng" dirty="0">
                <a:solidFill>
                  <a:schemeClr val="accent2"/>
                </a:solidFill>
                <a:latin typeface="Berlin Sans FB" panose="020E06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6196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930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Berlin Sans FB</vt:lpstr>
      <vt:lpstr>Office Theme</vt:lpstr>
      <vt:lpstr>PowerPoint Presentation</vt:lpstr>
      <vt:lpstr>PowerPoint Presentation</vt:lpstr>
      <vt:lpstr>Project Introduction</vt:lpstr>
      <vt:lpstr>Background and Motivation</vt:lpstr>
      <vt:lpstr>Objectives of the Project</vt:lpstr>
      <vt:lpstr>Tools and Technologies Used</vt:lpstr>
      <vt:lpstr>Major Functional Modules</vt:lpstr>
      <vt:lpstr>User Interface and Experience</vt:lpstr>
      <vt:lpstr>Key Learnings</vt:lpstr>
      <vt:lpstr>Conclusion and Acknowledgment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Raj</dc:creator>
  <cp:lastModifiedBy>Aditya Raj</cp:lastModifiedBy>
  <cp:revision>5</cp:revision>
  <dcterms:created xsi:type="dcterms:W3CDTF">2025-11-01T13:06:58Z</dcterms:created>
  <dcterms:modified xsi:type="dcterms:W3CDTF">2025-11-02T04:05:35Z</dcterms:modified>
</cp:coreProperties>
</file>